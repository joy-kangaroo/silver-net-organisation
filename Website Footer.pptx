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7556500" cy="10693400"/>
  <p:notesSz cx="6858000" cy="9144000"/>
  <p:embeddedFontLst>
    <p:embeddedFont>
      <p:font typeface="Feeling Passionate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10" d="100"/>
          <a:sy n="110" d="100"/>
        </p:scale>
        <p:origin x="736" y="3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leste Kang" userId="03257778-d27b-4a2a-8d3f-a89450f88319" providerId="ADAL" clId="{07AD718C-9AE0-431D-99AD-2189B18A18C4}"/>
    <pc:docChg chg="undo custSel addSld modSld">
      <pc:chgData name="Celeste Kang" userId="03257778-d27b-4a2a-8d3f-a89450f88319" providerId="ADAL" clId="{07AD718C-9AE0-431D-99AD-2189B18A18C4}" dt="2026-09-14T03:19:47.928" v="320" actId="1076"/>
      <pc:docMkLst>
        <pc:docMk/>
      </pc:docMkLst>
      <pc:sldChg chg="modSp mod">
        <pc:chgData name="Celeste Kang" userId="03257778-d27b-4a2a-8d3f-a89450f88319" providerId="ADAL" clId="{07AD718C-9AE0-431D-99AD-2189B18A18C4}" dt="2026-09-14T01:32:04.487" v="122" actId="1076"/>
        <pc:sldMkLst>
          <pc:docMk/>
          <pc:sldMk cId="0" sldId="256"/>
        </pc:sldMkLst>
        <pc:spChg chg="mod">
          <ac:chgData name="Celeste Kang" userId="03257778-d27b-4a2a-8d3f-a89450f88319" providerId="ADAL" clId="{07AD718C-9AE0-431D-99AD-2189B18A18C4}" dt="2026-09-14T01:14:51.088" v="8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Celeste Kang" userId="03257778-d27b-4a2a-8d3f-a89450f88319" providerId="ADAL" clId="{07AD718C-9AE0-431D-99AD-2189B18A18C4}" dt="2026-09-14T01:32:03.709" v="121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Celeste Kang" userId="03257778-d27b-4a2a-8d3f-a89450f88319" providerId="ADAL" clId="{07AD718C-9AE0-431D-99AD-2189B18A18C4}" dt="2026-09-14T01:32:04.487" v="122" actId="1076"/>
          <ac:spMkLst>
            <pc:docMk/>
            <pc:sldMk cId="0" sldId="256"/>
            <ac:spMk id="15" creationId="{00000000-0000-0000-0000-000000000000}"/>
          </ac:spMkLst>
        </pc:spChg>
      </pc:sldChg>
      <pc:sldChg chg="addSp delSp modSp new mod">
        <pc:chgData name="Celeste Kang" userId="03257778-d27b-4a2a-8d3f-a89450f88319" providerId="ADAL" clId="{07AD718C-9AE0-431D-99AD-2189B18A18C4}" dt="2026-09-14T03:19:47.928" v="320" actId="1076"/>
        <pc:sldMkLst>
          <pc:docMk/>
          <pc:sldMk cId="493455555" sldId="257"/>
        </pc:sldMkLst>
        <pc:spChg chg="del">
          <ac:chgData name="Celeste Kang" userId="03257778-d27b-4a2a-8d3f-a89450f88319" providerId="ADAL" clId="{07AD718C-9AE0-431D-99AD-2189B18A18C4}" dt="2026-09-14T01:14:42.233" v="6" actId="478"/>
          <ac:spMkLst>
            <pc:docMk/>
            <pc:sldMk cId="493455555" sldId="257"/>
            <ac:spMk id="2" creationId="{484CFCC1-7D49-AB43-67FB-47651708D522}"/>
          </ac:spMkLst>
        </pc:spChg>
        <pc:spChg chg="del">
          <ac:chgData name="Celeste Kang" userId="03257778-d27b-4a2a-8d3f-a89450f88319" providerId="ADAL" clId="{07AD718C-9AE0-431D-99AD-2189B18A18C4}" dt="2026-09-14T01:14:45.045" v="7" actId="478"/>
          <ac:spMkLst>
            <pc:docMk/>
            <pc:sldMk cId="493455555" sldId="257"/>
            <ac:spMk id="3" creationId="{7A255CD0-5056-45ED-C7B8-33BFC2D19148}"/>
          </ac:spMkLst>
        </pc:spChg>
        <pc:spChg chg="add del mod">
          <ac:chgData name="Celeste Kang" userId="03257778-d27b-4a2a-8d3f-a89450f88319" providerId="ADAL" clId="{07AD718C-9AE0-431D-99AD-2189B18A18C4}" dt="2026-09-14T01:34:26.713" v="161" actId="478"/>
          <ac:spMkLst>
            <pc:docMk/>
            <pc:sldMk cId="493455555" sldId="257"/>
            <ac:spMk id="5" creationId="{CE0DB37A-8C3B-F70B-C1C4-B38173336C41}"/>
          </ac:spMkLst>
        </pc:spChg>
        <pc:spChg chg="add del mod ord">
          <ac:chgData name="Celeste Kang" userId="03257778-d27b-4a2a-8d3f-a89450f88319" providerId="ADAL" clId="{07AD718C-9AE0-431D-99AD-2189B18A18C4}" dt="2026-09-14T01:33:22.686" v="143" actId="478"/>
          <ac:spMkLst>
            <pc:docMk/>
            <pc:sldMk cId="493455555" sldId="257"/>
            <ac:spMk id="7" creationId="{2BAB80A3-F7A0-94D4-EC96-13023643BA0C}"/>
          </ac:spMkLst>
        </pc:spChg>
        <pc:spChg chg="add del mod">
          <ac:chgData name="Celeste Kang" userId="03257778-d27b-4a2a-8d3f-a89450f88319" providerId="ADAL" clId="{07AD718C-9AE0-431D-99AD-2189B18A18C4}" dt="2026-09-14T01:34:25.584" v="160" actId="478"/>
          <ac:spMkLst>
            <pc:docMk/>
            <pc:sldMk cId="493455555" sldId="257"/>
            <ac:spMk id="9" creationId="{87FEA550-8535-775F-2758-A9D61A82D75E}"/>
          </ac:spMkLst>
        </pc:spChg>
        <pc:spChg chg="add del mod">
          <ac:chgData name="Celeste Kang" userId="03257778-d27b-4a2a-8d3f-a89450f88319" providerId="ADAL" clId="{07AD718C-9AE0-431D-99AD-2189B18A18C4}" dt="2026-09-14T01:34:29.578" v="162" actId="478"/>
          <ac:spMkLst>
            <pc:docMk/>
            <pc:sldMk cId="493455555" sldId="257"/>
            <ac:spMk id="11" creationId="{D52C1E9D-FDED-21E0-FE05-BC38C90C009A}"/>
          </ac:spMkLst>
        </pc:spChg>
        <pc:spChg chg="add del mod">
          <ac:chgData name="Celeste Kang" userId="03257778-d27b-4a2a-8d3f-a89450f88319" providerId="ADAL" clId="{07AD718C-9AE0-431D-99AD-2189B18A18C4}" dt="2026-09-14T01:34:30.752" v="163" actId="478"/>
          <ac:spMkLst>
            <pc:docMk/>
            <pc:sldMk cId="493455555" sldId="257"/>
            <ac:spMk id="13" creationId="{478FD5E5-9F0B-FB9D-C249-1DA2DD90D9EC}"/>
          </ac:spMkLst>
        </pc:spChg>
        <pc:spChg chg="add del mod">
          <ac:chgData name="Celeste Kang" userId="03257778-d27b-4a2a-8d3f-a89450f88319" providerId="ADAL" clId="{07AD718C-9AE0-431D-99AD-2189B18A18C4}" dt="2026-09-14T01:34:20.925" v="158" actId="478"/>
          <ac:spMkLst>
            <pc:docMk/>
            <pc:sldMk cId="493455555" sldId="257"/>
            <ac:spMk id="15" creationId="{D090BCB5-8AE4-DEDA-DB86-4C07201CF99A}"/>
          </ac:spMkLst>
        </pc:spChg>
        <pc:spChg chg="add del mod modCrop">
          <ac:chgData name="Celeste Kang" userId="03257778-d27b-4a2a-8d3f-a89450f88319" providerId="ADAL" clId="{07AD718C-9AE0-431D-99AD-2189B18A18C4}" dt="2026-09-14T01:42:33.856" v="282" actId="1076"/>
          <ac:spMkLst>
            <pc:docMk/>
            <pc:sldMk cId="493455555" sldId="257"/>
            <ac:spMk id="17" creationId="{E0B09471-5911-749B-0340-C3461CDAFFA2}"/>
          </ac:spMkLst>
        </pc:spChg>
        <pc:spChg chg="add del mod">
          <ac:chgData name="Celeste Kang" userId="03257778-d27b-4a2a-8d3f-a89450f88319" providerId="ADAL" clId="{07AD718C-9AE0-431D-99AD-2189B18A18C4}" dt="2026-09-14T01:34:22.652" v="159" actId="478"/>
          <ac:spMkLst>
            <pc:docMk/>
            <pc:sldMk cId="493455555" sldId="257"/>
            <ac:spMk id="19" creationId="{51AE9951-BC75-1729-555D-DA9016C3D2DB}"/>
          </ac:spMkLst>
        </pc:spChg>
        <pc:spChg chg="add del mod">
          <ac:chgData name="Celeste Kang" userId="03257778-d27b-4a2a-8d3f-a89450f88319" providerId="ADAL" clId="{07AD718C-9AE0-431D-99AD-2189B18A18C4}" dt="2026-09-14T01:34:17.770" v="155" actId="478"/>
          <ac:spMkLst>
            <pc:docMk/>
            <pc:sldMk cId="493455555" sldId="257"/>
            <ac:spMk id="21" creationId="{363007CC-8269-9AFD-3738-5DD4CC41573D}"/>
          </ac:spMkLst>
        </pc:spChg>
        <pc:spChg chg="add del mod">
          <ac:chgData name="Celeste Kang" userId="03257778-d27b-4a2a-8d3f-a89450f88319" providerId="ADAL" clId="{07AD718C-9AE0-431D-99AD-2189B18A18C4}" dt="2026-09-14T01:34:32.439" v="164" actId="478"/>
          <ac:spMkLst>
            <pc:docMk/>
            <pc:sldMk cId="493455555" sldId="257"/>
            <ac:spMk id="23" creationId="{F67DDF11-047D-D8CD-233F-4C3ADE39CFE6}"/>
          </ac:spMkLst>
        </pc:spChg>
        <pc:spChg chg="add del mod">
          <ac:chgData name="Celeste Kang" userId="03257778-d27b-4a2a-8d3f-a89450f88319" providerId="ADAL" clId="{07AD718C-9AE0-431D-99AD-2189B18A18C4}" dt="2026-09-14T01:34:17.770" v="155" actId="478"/>
          <ac:spMkLst>
            <pc:docMk/>
            <pc:sldMk cId="493455555" sldId="257"/>
            <ac:spMk id="25" creationId="{6E14FAF2-7BD3-B8F7-0023-894C97FC2F9B}"/>
          </ac:spMkLst>
        </pc:spChg>
        <pc:spChg chg="add mod">
          <ac:chgData name="Celeste Kang" userId="03257778-d27b-4a2a-8d3f-a89450f88319" providerId="ADAL" clId="{07AD718C-9AE0-431D-99AD-2189B18A18C4}" dt="2026-09-14T03:19:32.132" v="317" actId="1076"/>
          <ac:spMkLst>
            <pc:docMk/>
            <pc:sldMk cId="493455555" sldId="257"/>
            <ac:spMk id="27" creationId="{0A704B0E-D41B-B069-AE5F-5D76829A83C4}"/>
          </ac:spMkLst>
        </pc:spChg>
        <pc:spChg chg="add mod ord">
          <ac:chgData name="Celeste Kang" userId="03257778-d27b-4a2a-8d3f-a89450f88319" providerId="ADAL" clId="{07AD718C-9AE0-431D-99AD-2189B18A18C4}" dt="2026-09-14T03:18:21.047" v="308" actId="167"/>
          <ac:spMkLst>
            <pc:docMk/>
            <pc:sldMk cId="493455555" sldId="257"/>
            <ac:spMk id="29" creationId="{415772F6-0308-48F9-4D3E-0390399B2066}"/>
          </ac:spMkLst>
        </pc:spChg>
        <pc:spChg chg="add del mod">
          <ac:chgData name="Celeste Kang" userId="03257778-d27b-4a2a-8d3f-a89450f88319" providerId="ADAL" clId="{07AD718C-9AE0-431D-99AD-2189B18A18C4}" dt="2026-09-14T01:36:23.947" v="200"/>
          <ac:spMkLst>
            <pc:docMk/>
            <pc:sldMk cId="493455555" sldId="257"/>
            <ac:spMk id="31" creationId="{B14B0F9E-7667-2EBE-23BF-0B1EA28C9EE1}"/>
          </ac:spMkLst>
        </pc:spChg>
        <pc:spChg chg="add mod">
          <ac:chgData name="Celeste Kang" userId="03257778-d27b-4a2a-8d3f-a89450f88319" providerId="ADAL" clId="{07AD718C-9AE0-431D-99AD-2189B18A18C4}" dt="2026-09-14T03:18:56.782" v="312" actId="14100"/>
          <ac:spMkLst>
            <pc:docMk/>
            <pc:sldMk cId="493455555" sldId="257"/>
            <ac:spMk id="33" creationId="{D09A23F4-C120-51C0-4E8D-3F1FC2D789F6}"/>
          </ac:spMkLst>
        </pc:spChg>
        <pc:spChg chg="add del mod">
          <ac:chgData name="Celeste Kang" userId="03257778-d27b-4a2a-8d3f-a89450f88319" providerId="ADAL" clId="{07AD718C-9AE0-431D-99AD-2189B18A18C4}" dt="2026-09-14T01:35:37.596" v="176" actId="478"/>
          <ac:spMkLst>
            <pc:docMk/>
            <pc:sldMk cId="493455555" sldId="257"/>
            <ac:spMk id="35" creationId="{E40F7040-BF8D-8F7D-3EC3-33EC6BF67939}"/>
          </ac:spMkLst>
        </pc:spChg>
        <pc:spChg chg="add del mod ord">
          <ac:chgData name="Celeste Kang" userId="03257778-d27b-4a2a-8d3f-a89450f88319" providerId="ADAL" clId="{07AD718C-9AE0-431D-99AD-2189B18A18C4}" dt="2026-09-14T03:18:28.401" v="310" actId="478"/>
          <ac:spMkLst>
            <pc:docMk/>
            <pc:sldMk cId="493455555" sldId="257"/>
            <ac:spMk id="37" creationId="{F5200623-A0F5-FF24-8EA9-8268B5784B07}"/>
          </ac:spMkLst>
        </pc:spChg>
        <pc:spChg chg="add mod">
          <ac:chgData name="Celeste Kang" userId="03257778-d27b-4a2a-8d3f-a89450f88319" providerId="ADAL" clId="{07AD718C-9AE0-431D-99AD-2189B18A18C4}" dt="2026-09-14T01:43:46.924" v="300" actId="1076"/>
          <ac:spMkLst>
            <pc:docMk/>
            <pc:sldMk cId="493455555" sldId="257"/>
            <ac:spMk id="39" creationId="{72549D34-94FE-7B62-9088-CB3B19613CA7}"/>
          </ac:spMkLst>
        </pc:spChg>
        <pc:spChg chg="add mod">
          <ac:chgData name="Celeste Kang" userId="03257778-d27b-4a2a-8d3f-a89450f88319" providerId="ADAL" clId="{07AD718C-9AE0-431D-99AD-2189B18A18C4}" dt="2026-09-14T03:18:52.818" v="311" actId="14100"/>
          <ac:spMkLst>
            <pc:docMk/>
            <pc:sldMk cId="493455555" sldId="257"/>
            <ac:spMk id="41" creationId="{9392F8B3-31FA-40CE-B647-1DAD6AD0203F}"/>
          </ac:spMkLst>
        </pc:spChg>
        <pc:spChg chg="add mod">
          <ac:chgData name="Celeste Kang" userId="03257778-d27b-4a2a-8d3f-a89450f88319" providerId="ADAL" clId="{07AD718C-9AE0-431D-99AD-2189B18A18C4}" dt="2026-09-14T01:39:08.715" v="244" actId="14100"/>
          <ac:spMkLst>
            <pc:docMk/>
            <pc:sldMk cId="493455555" sldId="257"/>
            <ac:spMk id="43" creationId="{E1ADB4C2-2AE0-6EB9-5E0B-7A6272268381}"/>
          </ac:spMkLst>
        </pc:spChg>
        <pc:spChg chg="add mod">
          <ac:chgData name="Celeste Kang" userId="03257778-d27b-4a2a-8d3f-a89450f88319" providerId="ADAL" clId="{07AD718C-9AE0-431D-99AD-2189B18A18C4}" dt="2026-09-14T03:19:42.354" v="319" actId="1076"/>
          <ac:spMkLst>
            <pc:docMk/>
            <pc:sldMk cId="493455555" sldId="257"/>
            <ac:spMk id="45" creationId="{597EAEFD-3E8D-6AFA-525F-9AED196788FC}"/>
          </ac:spMkLst>
        </pc:spChg>
        <pc:spChg chg="add mod">
          <ac:chgData name="Celeste Kang" userId="03257778-d27b-4a2a-8d3f-a89450f88319" providerId="ADAL" clId="{07AD718C-9AE0-431D-99AD-2189B18A18C4}" dt="2026-09-14T01:43:30.126" v="295" actId="14100"/>
          <ac:spMkLst>
            <pc:docMk/>
            <pc:sldMk cId="493455555" sldId="257"/>
            <ac:spMk id="47" creationId="{2DE74409-3773-B378-EAAD-1CB271BD06BE}"/>
          </ac:spMkLst>
        </pc:spChg>
        <pc:spChg chg="add mod">
          <ac:chgData name="Celeste Kang" userId="03257778-d27b-4a2a-8d3f-a89450f88319" providerId="ADAL" clId="{07AD718C-9AE0-431D-99AD-2189B18A18C4}" dt="2026-09-14T01:40:42.533" v="268" actId="1076"/>
          <ac:spMkLst>
            <pc:docMk/>
            <pc:sldMk cId="493455555" sldId="257"/>
            <ac:spMk id="49" creationId="{0125E7C1-B89D-8FB6-C3E4-B9E713F0FA53}"/>
          </ac:spMkLst>
        </pc:spChg>
        <pc:spChg chg="add mod">
          <ac:chgData name="Celeste Kang" userId="03257778-d27b-4a2a-8d3f-a89450f88319" providerId="ADAL" clId="{07AD718C-9AE0-431D-99AD-2189B18A18C4}" dt="2026-09-14T01:40:39.328" v="266" actId="1076"/>
          <ac:spMkLst>
            <pc:docMk/>
            <pc:sldMk cId="493455555" sldId="257"/>
            <ac:spMk id="51" creationId="{97420D5D-2D84-3E0D-AC00-2F20123597E9}"/>
          </ac:spMkLst>
        </pc:spChg>
        <pc:spChg chg="add mod">
          <ac:chgData name="Celeste Kang" userId="03257778-d27b-4a2a-8d3f-a89450f88319" providerId="ADAL" clId="{07AD718C-9AE0-431D-99AD-2189B18A18C4}" dt="2026-09-14T03:19:47.928" v="320" actId="1076"/>
          <ac:spMkLst>
            <pc:docMk/>
            <pc:sldMk cId="493455555" sldId="257"/>
            <ac:spMk id="54" creationId="{ED076A9A-1E0B-0E7D-0816-C7DBE140A64D}"/>
          </ac:spMkLst>
        </pc:spChg>
        <pc:inkChg chg="add mod">
          <ac:chgData name="Celeste Kang" userId="03257778-d27b-4a2a-8d3f-a89450f88319" providerId="ADAL" clId="{07AD718C-9AE0-431D-99AD-2189B18A18C4}" dt="2026-09-14T03:18:07.549" v="304" actId="1076"/>
          <ac:inkMkLst>
            <pc:docMk/>
            <pc:sldMk cId="493455555" sldId="257"/>
            <ac:inkMk id="52" creationId="{D000DB65-B133-D89C-1279-F5E77D83E23A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4T01:42:05.2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101 275 24575,'0'-9'0,"-1"0"0,2 1 0,-1-1 0,1 0 0,0 0 0,1 1 0,0-1 0,0 1 0,1-1 0,0 1 0,6-11 0,5-3 0,-5 8 0,14-27 0,-22 38 0,1-1 0,-1 1 0,0 0 0,0-1 0,0 1 0,-1-1 0,1 1 0,-1-1 0,1 1 0,-1-1 0,0 1 0,-1-1 0,1 1 0,-2-6 0,2 8 0,-1 0 0,1-1 0,-1 1 0,0 0 0,1-1 0,-1 1 0,0 0 0,0 0 0,0 0 0,0 0 0,0-1 0,0 1 0,0 1 0,-1-1 0,1 0 0,0 0 0,0 0 0,-3 0 0,0-1 0,1 2 0,0-1 0,-1 0 0,1 0 0,-1 1 0,1 0 0,-7 0 0,0 1 0,-1 1 0,1 0 0,0 0 0,-15 6 0,21-7 0,1 1 0,0 0 0,0 0 0,0 0 0,0 0 0,0 0 0,0 1 0,0-1 0,1 1 0,-1 0 0,1 0 0,0 0 0,0 0 0,0 0 0,0 0 0,1 1 0,-1-1 0,1 1 0,0-1 0,-1 1 0,2-1 0,-2 7 0,0 8 0,1 0 0,0 0 0,3 27 0,0-16 0,-2 14 0,-1-18 0,5 40 0,-3-58 0,0-1 0,1 1 0,-1 0 0,1 0 0,1-1 0,-1 1 0,1-1 0,0 0 0,1 0 0,5 8 0,3-2-1365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jpe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2.png"/><Relationship Id="rId7" Type="http://schemas.openxmlformats.org/officeDocument/2006/relationships/image" Target="../media/image14.svg"/><Relationship Id="rId12" Type="http://schemas.openxmlformats.org/officeDocument/2006/relationships/image" Target="../media/image16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5.png"/><Relationship Id="rId5" Type="http://schemas.openxmlformats.org/officeDocument/2006/relationships/image" Target="../media/image13.png"/><Relationship Id="rId10" Type="http://schemas.openxmlformats.org/officeDocument/2006/relationships/customXml" Target="../ink/ink1.xml"/><Relationship Id="rId4" Type="http://schemas.openxmlformats.org/officeDocument/2006/relationships/image" Target="../media/image5.svg"/><Relationship Id="rId9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9129" y="7535876"/>
            <a:ext cx="2347181" cy="4160440"/>
          </a:xfrm>
          <a:custGeom>
            <a:avLst/>
            <a:gdLst/>
            <a:ahLst/>
            <a:cxnLst/>
            <a:rect l="l" t="t" r="r" b="b"/>
            <a:pathLst>
              <a:path w="2347181" h="4160440">
                <a:moveTo>
                  <a:pt x="0" y="0"/>
                </a:moveTo>
                <a:lnTo>
                  <a:pt x="2347181" y="0"/>
                </a:lnTo>
                <a:lnTo>
                  <a:pt x="2347181" y="4160440"/>
                </a:lnTo>
                <a:lnTo>
                  <a:pt x="0" y="4160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3" name="Freeform 3"/>
          <p:cNvSpPr/>
          <p:nvPr/>
        </p:nvSpPr>
        <p:spPr>
          <a:xfrm rot="1973262">
            <a:off x="-444502" y="8319894"/>
            <a:ext cx="3545933" cy="3545933"/>
          </a:xfrm>
          <a:custGeom>
            <a:avLst/>
            <a:gdLst/>
            <a:ahLst/>
            <a:cxnLst/>
            <a:rect l="l" t="t" r="r" b="b"/>
            <a:pathLst>
              <a:path w="3545933" h="3545933">
                <a:moveTo>
                  <a:pt x="0" y="0"/>
                </a:moveTo>
                <a:lnTo>
                  <a:pt x="3545933" y="0"/>
                </a:lnTo>
                <a:lnTo>
                  <a:pt x="3545933" y="3545934"/>
                </a:lnTo>
                <a:lnTo>
                  <a:pt x="0" y="3545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" name="Freeform 4"/>
          <p:cNvSpPr/>
          <p:nvPr/>
        </p:nvSpPr>
        <p:spPr>
          <a:xfrm flipH="1">
            <a:off x="2000923" y="8489406"/>
            <a:ext cx="3024000" cy="3206910"/>
          </a:xfrm>
          <a:custGeom>
            <a:avLst/>
            <a:gdLst/>
            <a:ahLst/>
            <a:cxnLst/>
            <a:rect l="l" t="t" r="r" b="b"/>
            <a:pathLst>
              <a:path w="3024000" h="3206910">
                <a:moveTo>
                  <a:pt x="3024000" y="0"/>
                </a:moveTo>
                <a:lnTo>
                  <a:pt x="0" y="0"/>
                </a:lnTo>
                <a:lnTo>
                  <a:pt x="0" y="3206910"/>
                </a:lnTo>
                <a:lnTo>
                  <a:pt x="3024000" y="3206910"/>
                </a:lnTo>
                <a:lnTo>
                  <a:pt x="30240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" name="Freeform 5"/>
          <p:cNvSpPr/>
          <p:nvPr/>
        </p:nvSpPr>
        <p:spPr>
          <a:xfrm rot="4307688" flipH="1">
            <a:off x="-1505883" y="6692643"/>
            <a:ext cx="3024000" cy="2753753"/>
          </a:xfrm>
          <a:custGeom>
            <a:avLst/>
            <a:gdLst/>
            <a:ahLst/>
            <a:cxnLst/>
            <a:rect l="l" t="t" r="r" b="b"/>
            <a:pathLst>
              <a:path w="3024000" h="2753753">
                <a:moveTo>
                  <a:pt x="3024000" y="0"/>
                </a:moveTo>
                <a:lnTo>
                  <a:pt x="0" y="0"/>
                </a:lnTo>
                <a:lnTo>
                  <a:pt x="0" y="2753754"/>
                </a:lnTo>
                <a:lnTo>
                  <a:pt x="3024000" y="2753754"/>
                </a:lnTo>
                <a:lnTo>
                  <a:pt x="30240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6" name="Freeform 6"/>
          <p:cNvSpPr/>
          <p:nvPr/>
        </p:nvSpPr>
        <p:spPr>
          <a:xfrm rot="6320905">
            <a:off x="-1286241" y="4521581"/>
            <a:ext cx="3024000" cy="513164"/>
          </a:xfrm>
          <a:custGeom>
            <a:avLst/>
            <a:gdLst/>
            <a:ahLst/>
            <a:cxnLst/>
            <a:rect l="l" t="t" r="r" b="b"/>
            <a:pathLst>
              <a:path w="3024000" h="513164">
                <a:moveTo>
                  <a:pt x="0" y="0"/>
                </a:moveTo>
                <a:lnTo>
                  <a:pt x="3024000" y="0"/>
                </a:lnTo>
                <a:lnTo>
                  <a:pt x="3024000" y="513163"/>
                </a:lnTo>
                <a:lnTo>
                  <a:pt x="0" y="513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7" name="Freeform 7"/>
          <p:cNvSpPr/>
          <p:nvPr/>
        </p:nvSpPr>
        <p:spPr>
          <a:xfrm rot="-4549394">
            <a:off x="5850802" y="5654451"/>
            <a:ext cx="3024000" cy="513164"/>
          </a:xfrm>
          <a:custGeom>
            <a:avLst/>
            <a:gdLst/>
            <a:ahLst/>
            <a:cxnLst/>
            <a:rect l="l" t="t" r="r" b="b"/>
            <a:pathLst>
              <a:path w="3024000" h="513164">
                <a:moveTo>
                  <a:pt x="0" y="0"/>
                </a:moveTo>
                <a:lnTo>
                  <a:pt x="3024000" y="0"/>
                </a:lnTo>
                <a:lnTo>
                  <a:pt x="3024000" y="513163"/>
                </a:lnTo>
                <a:lnTo>
                  <a:pt x="0" y="513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8" name="Freeform 8"/>
          <p:cNvSpPr/>
          <p:nvPr/>
        </p:nvSpPr>
        <p:spPr>
          <a:xfrm rot="-4349052">
            <a:off x="6048000" y="1859660"/>
            <a:ext cx="3024000" cy="2753753"/>
          </a:xfrm>
          <a:custGeom>
            <a:avLst/>
            <a:gdLst/>
            <a:ahLst/>
            <a:cxnLst/>
            <a:rect l="l" t="t" r="r" b="b"/>
            <a:pathLst>
              <a:path w="3024000" h="2753753">
                <a:moveTo>
                  <a:pt x="0" y="0"/>
                </a:moveTo>
                <a:lnTo>
                  <a:pt x="3024000" y="0"/>
                </a:lnTo>
                <a:lnTo>
                  <a:pt x="3024000" y="2753753"/>
                </a:lnTo>
                <a:lnTo>
                  <a:pt x="0" y="27537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9" name="Freeform 9"/>
          <p:cNvSpPr/>
          <p:nvPr/>
        </p:nvSpPr>
        <p:spPr>
          <a:xfrm>
            <a:off x="1201088" y="1286115"/>
            <a:ext cx="5157825" cy="5157825"/>
          </a:xfrm>
          <a:custGeom>
            <a:avLst/>
            <a:gdLst/>
            <a:ahLst/>
            <a:cxnLst/>
            <a:rect l="l" t="t" r="r" b="b"/>
            <a:pathLst>
              <a:path w="5157825" h="5157825">
                <a:moveTo>
                  <a:pt x="0" y="0"/>
                </a:moveTo>
                <a:lnTo>
                  <a:pt x="5157824" y="0"/>
                </a:lnTo>
                <a:lnTo>
                  <a:pt x="5157824" y="5157825"/>
                </a:lnTo>
                <a:lnTo>
                  <a:pt x="0" y="51578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" name="TextBox 10"/>
          <p:cNvSpPr txBox="1"/>
          <p:nvPr/>
        </p:nvSpPr>
        <p:spPr>
          <a:xfrm>
            <a:off x="1490291" y="5952750"/>
            <a:ext cx="4964073" cy="88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8"/>
              </a:lnSpc>
            </a:pPr>
            <a:r>
              <a:rPr lang="en-US" sz="5198">
                <a:solidFill>
                  <a:srgbClr val="ACB1B7"/>
                </a:solidFill>
                <a:latin typeface="Feeling Passionate"/>
                <a:ea typeface="Feeling Passionate"/>
                <a:cs typeface="Feeling Passionate"/>
                <a:sym typeface="Feeling Passionate"/>
              </a:rPr>
              <a:t>Silver Net Radio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62108" y="-1204045"/>
            <a:ext cx="2277959" cy="4037741"/>
          </a:xfrm>
          <a:custGeom>
            <a:avLst/>
            <a:gdLst/>
            <a:ahLst/>
            <a:cxnLst/>
            <a:rect l="l" t="t" r="r" b="b"/>
            <a:pathLst>
              <a:path w="2277959" h="4037741">
                <a:moveTo>
                  <a:pt x="0" y="0"/>
                </a:moveTo>
                <a:lnTo>
                  <a:pt x="2277959" y="0"/>
                </a:lnTo>
                <a:lnTo>
                  <a:pt x="2277959" y="4037741"/>
                </a:lnTo>
                <a:lnTo>
                  <a:pt x="0" y="4037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2" name="Freeform 12"/>
          <p:cNvSpPr/>
          <p:nvPr/>
        </p:nvSpPr>
        <p:spPr>
          <a:xfrm rot="1973262">
            <a:off x="3491808" y="-1390807"/>
            <a:ext cx="3545933" cy="3545933"/>
          </a:xfrm>
          <a:custGeom>
            <a:avLst/>
            <a:gdLst/>
            <a:ahLst/>
            <a:cxnLst/>
            <a:rect l="l" t="t" r="r" b="b"/>
            <a:pathLst>
              <a:path w="3545933" h="3545933">
                <a:moveTo>
                  <a:pt x="0" y="0"/>
                </a:moveTo>
                <a:lnTo>
                  <a:pt x="3545933" y="0"/>
                </a:lnTo>
                <a:lnTo>
                  <a:pt x="3545933" y="3545934"/>
                </a:lnTo>
                <a:lnTo>
                  <a:pt x="0" y="3545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3" name="Freeform 13"/>
          <p:cNvSpPr/>
          <p:nvPr/>
        </p:nvSpPr>
        <p:spPr>
          <a:xfrm>
            <a:off x="8887230" y="698500"/>
            <a:ext cx="8054276" cy="10811108"/>
          </a:xfrm>
          <a:custGeom>
            <a:avLst/>
            <a:gdLst/>
            <a:ahLst/>
            <a:cxnLst/>
            <a:rect l="l" t="t" r="r" b="b"/>
            <a:pathLst>
              <a:path w="8054276" h="10811108">
                <a:moveTo>
                  <a:pt x="0" y="0"/>
                </a:moveTo>
                <a:lnTo>
                  <a:pt x="8054276" y="0"/>
                </a:lnTo>
                <a:lnTo>
                  <a:pt x="8054276" y="10811108"/>
                </a:lnTo>
                <a:lnTo>
                  <a:pt x="0" y="108111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1000"/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4" name="Freeform 14"/>
          <p:cNvSpPr/>
          <p:nvPr/>
        </p:nvSpPr>
        <p:spPr>
          <a:xfrm>
            <a:off x="37219" y="0"/>
            <a:ext cx="7679091" cy="10377150"/>
          </a:xfrm>
          <a:custGeom>
            <a:avLst/>
            <a:gdLst/>
            <a:ahLst/>
            <a:cxnLst/>
            <a:rect l="l" t="t" r="r" b="b"/>
            <a:pathLst>
              <a:path w="7679091" h="10377150">
                <a:moveTo>
                  <a:pt x="0" y="0"/>
                </a:moveTo>
                <a:lnTo>
                  <a:pt x="7679091" y="0"/>
                </a:lnTo>
                <a:lnTo>
                  <a:pt x="7679091" y="10377150"/>
                </a:lnTo>
                <a:lnTo>
                  <a:pt x="0" y="10377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6000"/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5" name="Freeform 15"/>
          <p:cNvSpPr/>
          <p:nvPr/>
        </p:nvSpPr>
        <p:spPr>
          <a:xfrm>
            <a:off x="-94129" y="26348"/>
            <a:ext cx="7680831" cy="10584000"/>
          </a:xfrm>
          <a:custGeom>
            <a:avLst/>
            <a:gdLst/>
            <a:ahLst/>
            <a:cxnLst/>
            <a:rect l="l" t="t" r="r" b="b"/>
            <a:pathLst>
              <a:path w="7680831" h="10584000">
                <a:moveTo>
                  <a:pt x="0" y="0"/>
                </a:moveTo>
                <a:lnTo>
                  <a:pt x="7680831" y="0"/>
                </a:lnTo>
                <a:lnTo>
                  <a:pt x="7680831" y="10584000"/>
                </a:lnTo>
                <a:lnTo>
                  <a:pt x="0" y="10584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0000"/>
            </a:blip>
            <a:stretch>
              <a:fillRect l="-1329" r="-1329"/>
            </a:stretch>
          </a:blipFill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9">
            <a:extLst>
              <a:ext uri="{FF2B5EF4-FFF2-40B4-BE49-F238E27FC236}">
                <a16:creationId xmlns:a16="http://schemas.microsoft.com/office/drawing/2014/main" id="{415772F6-0308-48F9-4D3E-0390399B2066}"/>
              </a:ext>
            </a:extLst>
          </p:cNvPr>
          <p:cNvSpPr/>
          <p:nvPr/>
        </p:nvSpPr>
        <p:spPr>
          <a:xfrm>
            <a:off x="1574135" y="311941"/>
            <a:ext cx="2839380" cy="2805531"/>
          </a:xfrm>
          <a:custGeom>
            <a:avLst/>
            <a:gdLst/>
            <a:ahLst/>
            <a:cxnLst/>
            <a:rect l="l" t="t" r="r" b="b"/>
            <a:pathLst>
              <a:path w="5157825" h="5157825">
                <a:moveTo>
                  <a:pt x="0" y="0"/>
                </a:moveTo>
                <a:lnTo>
                  <a:pt x="5157824" y="0"/>
                </a:lnTo>
                <a:lnTo>
                  <a:pt x="5157824" y="5157825"/>
                </a:lnTo>
                <a:lnTo>
                  <a:pt x="0" y="5157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U" dirty="0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E0B09471-5911-749B-0340-C3461CDAFFA2}"/>
              </a:ext>
            </a:extLst>
          </p:cNvPr>
          <p:cNvSpPr/>
          <p:nvPr/>
        </p:nvSpPr>
        <p:spPr>
          <a:xfrm rot="5400000">
            <a:off x="2093967" y="-1436137"/>
            <a:ext cx="3124200" cy="6019800"/>
          </a:xfrm>
          <a:custGeom>
            <a:avLst/>
            <a:gdLst/>
            <a:ahLst/>
            <a:cxnLst/>
            <a:rect l="l" t="t" r="r" b="b"/>
            <a:pathLst>
              <a:path w="7679091" h="10377150">
                <a:moveTo>
                  <a:pt x="0" y="0"/>
                </a:moveTo>
                <a:lnTo>
                  <a:pt x="7679091" y="0"/>
                </a:lnTo>
                <a:lnTo>
                  <a:pt x="7679091" y="10377150"/>
                </a:lnTo>
                <a:lnTo>
                  <a:pt x="0" y="10377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6000"/>
            </a:blip>
            <a:stretch>
              <a:fillRect l="-8492" r="-11070"/>
            </a:stretch>
          </a:blipFill>
        </p:spPr>
        <p:txBody>
          <a:bodyPr/>
          <a:lstStyle/>
          <a:p>
            <a:endParaRPr lang="en-AU" dirty="0"/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0A704B0E-D41B-B069-AE5F-5D76829A83C4}"/>
              </a:ext>
            </a:extLst>
          </p:cNvPr>
          <p:cNvSpPr/>
          <p:nvPr/>
        </p:nvSpPr>
        <p:spPr>
          <a:xfrm rot="11800113">
            <a:off x="1754329" y="-107312"/>
            <a:ext cx="3024000" cy="513164"/>
          </a:xfrm>
          <a:custGeom>
            <a:avLst/>
            <a:gdLst/>
            <a:ahLst/>
            <a:cxnLst/>
            <a:rect l="l" t="t" r="r" b="b"/>
            <a:pathLst>
              <a:path w="3024000" h="513164">
                <a:moveTo>
                  <a:pt x="0" y="0"/>
                </a:moveTo>
                <a:lnTo>
                  <a:pt x="3024000" y="0"/>
                </a:lnTo>
                <a:lnTo>
                  <a:pt x="3024000" y="513163"/>
                </a:lnTo>
                <a:lnTo>
                  <a:pt x="0" y="513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 dirty="0"/>
          </a:p>
        </p:txBody>
      </p:sp>
      <p:sp>
        <p:nvSpPr>
          <p:cNvPr id="33" name="Freeform 11">
            <a:extLst>
              <a:ext uri="{FF2B5EF4-FFF2-40B4-BE49-F238E27FC236}">
                <a16:creationId xmlns:a16="http://schemas.microsoft.com/office/drawing/2014/main" id="{D09A23F4-C120-51C0-4E8D-3F1FC2D789F6}"/>
              </a:ext>
            </a:extLst>
          </p:cNvPr>
          <p:cNvSpPr/>
          <p:nvPr/>
        </p:nvSpPr>
        <p:spPr>
          <a:xfrm rot="5442379">
            <a:off x="-249250" y="917655"/>
            <a:ext cx="1441814" cy="2527636"/>
          </a:xfrm>
          <a:custGeom>
            <a:avLst/>
            <a:gdLst/>
            <a:ahLst/>
            <a:cxnLst/>
            <a:rect l="l" t="t" r="r" b="b"/>
            <a:pathLst>
              <a:path w="2277959" h="4037741">
                <a:moveTo>
                  <a:pt x="0" y="0"/>
                </a:moveTo>
                <a:lnTo>
                  <a:pt x="2277959" y="0"/>
                </a:lnTo>
                <a:lnTo>
                  <a:pt x="2277959" y="4037741"/>
                </a:lnTo>
                <a:lnTo>
                  <a:pt x="0" y="40377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U" dirty="0"/>
          </a:p>
        </p:txBody>
      </p:sp>
      <p:sp>
        <p:nvSpPr>
          <p:cNvPr id="39" name="Freeform 8">
            <a:extLst>
              <a:ext uri="{FF2B5EF4-FFF2-40B4-BE49-F238E27FC236}">
                <a16:creationId xmlns:a16="http://schemas.microsoft.com/office/drawing/2014/main" id="{72549D34-94FE-7B62-9088-CB3B19613CA7}"/>
              </a:ext>
            </a:extLst>
          </p:cNvPr>
          <p:cNvSpPr/>
          <p:nvPr/>
        </p:nvSpPr>
        <p:spPr>
          <a:xfrm rot="12413469">
            <a:off x="741189" y="-1167474"/>
            <a:ext cx="2540179" cy="1803354"/>
          </a:xfrm>
          <a:custGeom>
            <a:avLst/>
            <a:gdLst/>
            <a:ahLst/>
            <a:cxnLst/>
            <a:rect l="l" t="t" r="r" b="b"/>
            <a:pathLst>
              <a:path w="3024000" h="2753753">
                <a:moveTo>
                  <a:pt x="0" y="0"/>
                </a:moveTo>
                <a:lnTo>
                  <a:pt x="3024000" y="0"/>
                </a:lnTo>
                <a:lnTo>
                  <a:pt x="3024000" y="2753753"/>
                </a:lnTo>
                <a:lnTo>
                  <a:pt x="0" y="27537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z</a:t>
            </a:r>
            <a:endParaRPr lang="en-AU" dirty="0"/>
          </a:p>
        </p:txBody>
      </p:sp>
      <p:sp>
        <p:nvSpPr>
          <p:cNvPr id="41" name="Freeform 2">
            <a:extLst>
              <a:ext uri="{FF2B5EF4-FFF2-40B4-BE49-F238E27FC236}">
                <a16:creationId xmlns:a16="http://schemas.microsoft.com/office/drawing/2014/main" id="{9392F8B3-31FA-40CE-B647-1DAD6AD0203F}"/>
              </a:ext>
            </a:extLst>
          </p:cNvPr>
          <p:cNvSpPr/>
          <p:nvPr/>
        </p:nvSpPr>
        <p:spPr>
          <a:xfrm rot="16200000">
            <a:off x="6061187" y="-473837"/>
            <a:ext cx="1427936" cy="2745536"/>
          </a:xfrm>
          <a:custGeom>
            <a:avLst/>
            <a:gdLst/>
            <a:ahLst/>
            <a:cxnLst/>
            <a:rect l="l" t="t" r="r" b="b"/>
            <a:pathLst>
              <a:path w="2347181" h="4160440">
                <a:moveTo>
                  <a:pt x="0" y="0"/>
                </a:moveTo>
                <a:lnTo>
                  <a:pt x="2347181" y="0"/>
                </a:lnTo>
                <a:lnTo>
                  <a:pt x="2347181" y="4160440"/>
                </a:lnTo>
                <a:lnTo>
                  <a:pt x="0" y="41604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3" name="Freeform 4">
            <a:extLst>
              <a:ext uri="{FF2B5EF4-FFF2-40B4-BE49-F238E27FC236}">
                <a16:creationId xmlns:a16="http://schemas.microsoft.com/office/drawing/2014/main" id="{E1ADB4C2-2AE0-6EB9-5E0B-7A6272268381}"/>
              </a:ext>
            </a:extLst>
          </p:cNvPr>
          <p:cNvSpPr/>
          <p:nvPr/>
        </p:nvSpPr>
        <p:spPr>
          <a:xfrm rot="16200000" flipH="1">
            <a:off x="6544843" y="922953"/>
            <a:ext cx="1340570" cy="1410929"/>
          </a:xfrm>
          <a:custGeom>
            <a:avLst/>
            <a:gdLst/>
            <a:ahLst/>
            <a:cxnLst/>
            <a:rect l="l" t="t" r="r" b="b"/>
            <a:pathLst>
              <a:path w="3024000" h="3206910">
                <a:moveTo>
                  <a:pt x="3024000" y="0"/>
                </a:moveTo>
                <a:lnTo>
                  <a:pt x="0" y="0"/>
                </a:lnTo>
                <a:lnTo>
                  <a:pt x="0" y="3206910"/>
                </a:lnTo>
                <a:lnTo>
                  <a:pt x="3024000" y="3206910"/>
                </a:lnTo>
                <a:lnTo>
                  <a:pt x="30240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 dirty="0"/>
          </a:p>
        </p:txBody>
      </p:sp>
      <p:sp>
        <p:nvSpPr>
          <p:cNvPr id="45" name="Freeform 6">
            <a:extLst>
              <a:ext uri="{FF2B5EF4-FFF2-40B4-BE49-F238E27FC236}">
                <a16:creationId xmlns:a16="http://schemas.microsoft.com/office/drawing/2014/main" id="{597EAEFD-3E8D-6AFA-525F-9AED196788FC}"/>
              </a:ext>
            </a:extLst>
          </p:cNvPr>
          <p:cNvSpPr/>
          <p:nvPr/>
        </p:nvSpPr>
        <p:spPr>
          <a:xfrm rot="1012505">
            <a:off x="1554846" y="2740556"/>
            <a:ext cx="3024000" cy="513164"/>
          </a:xfrm>
          <a:custGeom>
            <a:avLst/>
            <a:gdLst/>
            <a:ahLst/>
            <a:cxnLst/>
            <a:rect l="l" t="t" r="r" b="b"/>
            <a:pathLst>
              <a:path w="3024000" h="513164">
                <a:moveTo>
                  <a:pt x="0" y="0"/>
                </a:moveTo>
                <a:lnTo>
                  <a:pt x="3024000" y="0"/>
                </a:lnTo>
                <a:lnTo>
                  <a:pt x="3024000" y="513163"/>
                </a:lnTo>
                <a:lnTo>
                  <a:pt x="0" y="513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7" name="Freeform 5">
            <a:extLst>
              <a:ext uri="{FF2B5EF4-FFF2-40B4-BE49-F238E27FC236}">
                <a16:creationId xmlns:a16="http://schemas.microsoft.com/office/drawing/2014/main" id="{2DE74409-3773-B378-EAAD-1CB271BD06BE}"/>
              </a:ext>
            </a:extLst>
          </p:cNvPr>
          <p:cNvSpPr/>
          <p:nvPr/>
        </p:nvSpPr>
        <p:spPr>
          <a:xfrm rot="20782453" flipH="1">
            <a:off x="4749760" y="2210706"/>
            <a:ext cx="2127845" cy="1625629"/>
          </a:xfrm>
          <a:custGeom>
            <a:avLst/>
            <a:gdLst/>
            <a:ahLst/>
            <a:cxnLst/>
            <a:rect l="l" t="t" r="r" b="b"/>
            <a:pathLst>
              <a:path w="3024000" h="2753753">
                <a:moveTo>
                  <a:pt x="3024000" y="0"/>
                </a:moveTo>
                <a:lnTo>
                  <a:pt x="0" y="0"/>
                </a:lnTo>
                <a:lnTo>
                  <a:pt x="0" y="2753754"/>
                </a:lnTo>
                <a:lnTo>
                  <a:pt x="3024000" y="2753754"/>
                </a:lnTo>
                <a:lnTo>
                  <a:pt x="30240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49" name="Freeform 12">
            <a:extLst>
              <a:ext uri="{FF2B5EF4-FFF2-40B4-BE49-F238E27FC236}">
                <a16:creationId xmlns:a16="http://schemas.microsoft.com/office/drawing/2014/main" id="{0125E7C1-B89D-8FB6-C3E4-B9E713F0FA53}"/>
              </a:ext>
            </a:extLst>
          </p:cNvPr>
          <p:cNvSpPr/>
          <p:nvPr/>
        </p:nvSpPr>
        <p:spPr>
          <a:xfrm rot="1973262">
            <a:off x="-552542" y="-526819"/>
            <a:ext cx="1856057" cy="2140794"/>
          </a:xfrm>
          <a:custGeom>
            <a:avLst/>
            <a:gdLst/>
            <a:ahLst/>
            <a:cxnLst/>
            <a:rect l="l" t="t" r="r" b="b"/>
            <a:pathLst>
              <a:path w="3545933" h="3545933">
                <a:moveTo>
                  <a:pt x="0" y="0"/>
                </a:moveTo>
                <a:lnTo>
                  <a:pt x="3545933" y="0"/>
                </a:lnTo>
                <a:lnTo>
                  <a:pt x="3545933" y="3545934"/>
                </a:lnTo>
                <a:lnTo>
                  <a:pt x="0" y="3545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3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51" name="Freeform 12">
            <a:extLst>
              <a:ext uri="{FF2B5EF4-FFF2-40B4-BE49-F238E27FC236}">
                <a16:creationId xmlns:a16="http://schemas.microsoft.com/office/drawing/2014/main" id="{97420D5D-2D84-3E0D-AC00-2F20123597E9}"/>
              </a:ext>
            </a:extLst>
          </p:cNvPr>
          <p:cNvSpPr/>
          <p:nvPr/>
        </p:nvSpPr>
        <p:spPr>
          <a:xfrm rot="1973262">
            <a:off x="5527626" y="1361938"/>
            <a:ext cx="2201695" cy="2420348"/>
          </a:xfrm>
          <a:custGeom>
            <a:avLst/>
            <a:gdLst/>
            <a:ahLst/>
            <a:cxnLst/>
            <a:rect l="l" t="t" r="r" b="b"/>
            <a:pathLst>
              <a:path w="3545933" h="3545933">
                <a:moveTo>
                  <a:pt x="0" y="0"/>
                </a:moveTo>
                <a:lnTo>
                  <a:pt x="3545933" y="0"/>
                </a:lnTo>
                <a:lnTo>
                  <a:pt x="3545933" y="3545934"/>
                </a:lnTo>
                <a:lnTo>
                  <a:pt x="0" y="3545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3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000DB65-B133-D89C-1279-F5E77D83E23A}"/>
                  </a:ext>
                </a:extLst>
              </p14:cNvPr>
              <p14:cNvContentPartPr/>
              <p14:nvPr/>
            </p14:nvContentPartPr>
            <p14:xfrm>
              <a:off x="2715958" y="847155"/>
              <a:ext cx="64800" cy="1576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000DB65-B133-D89C-1279-F5E77D83E2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52958" y="784515"/>
                <a:ext cx="190440" cy="283320"/>
              </a:xfrm>
              <a:prstGeom prst="rect">
                <a:avLst/>
              </a:prstGeom>
            </p:spPr>
          </p:pic>
        </mc:Fallback>
      </mc:AlternateContent>
      <p:sp>
        <p:nvSpPr>
          <p:cNvPr id="54" name="Freeform 15">
            <a:extLst>
              <a:ext uri="{FF2B5EF4-FFF2-40B4-BE49-F238E27FC236}">
                <a16:creationId xmlns:a16="http://schemas.microsoft.com/office/drawing/2014/main" id="{ED076A9A-1E0B-0E7D-0816-C7DBE140A64D}"/>
              </a:ext>
            </a:extLst>
          </p:cNvPr>
          <p:cNvSpPr/>
          <p:nvPr/>
        </p:nvSpPr>
        <p:spPr>
          <a:xfrm rot="16200000">
            <a:off x="2258480" y="-2262592"/>
            <a:ext cx="3039542" cy="7556501"/>
          </a:xfrm>
          <a:custGeom>
            <a:avLst/>
            <a:gdLst/>
            <a:ahLst/>
            <a:cxnLst/>
            <a:rect l="l" t="t" r="r" b="b"/>
            <a:pathLst>
              <a:path w="7680831" h="10584000">
                <a:moveTo>
                  <a:pt x="0" y="0"/>
                </a:moveTo>
                <a:lnTo>
                  <a:pt x="7680831" y="0"/>
                </a:lnTo>
                <a:lnTo>
                  <a:pt x="7680831" y="10584000"/>
                </a:lnTo>
                <a:lnTo>
                  <a:pt x="0" y="10584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0000"/>
            </a:blip>
            <a:stretch>
              <a:fillRect l="-1329" r="-1329"/>
            </a:stretch>
          </a:blipFill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93455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</Words>
  <Application>Microsoft Office PowerPoint</Application>
  <PresentationFormat>Custom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Feeling Passionate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 Board</dc:title>
  <cp:lastModifiedBy>Celeste Kang</cp:lastModifiedBy>
  <cp:revision>1</cp:revision>
  <dcterms:created xsi:type="dcterms:W3CDTF">2006-08-16T00:00:00Z</dcterms:created>
  <dcterms:modified xsi:type="dcterms:W3CDTF">2026-09-14T03:19:51Z</dcterms:modified>
  <dc:identifier>DAHSybG-lz4</dc:identifier>
</cp:coreProperties>
</file>